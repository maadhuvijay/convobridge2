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9" r:id="rId2"/>
    <p:sldId id="259" r:id="rId3"/>
    <p:sldId id="262" r:id="rId4"/>
    <p:sldId id="26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7" autoAdjust="0"/>
    <p:restoredTop sz="94681" autoAdjust="0"/>
  </p:normalViewPr>
  <p:slideViewPr>
    <p:cSldViewPr snapToGrid="0" snapToObjects="1">
      <p:cViewPr varScale="1">
        <p:scale>
          <a:sx n="96" d="100"/>
          <a:sy n="96" d="100"/>
        </p:scale>
        <p:origin x="165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284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CF34D-EC79-40F7-83A3-1739539CD9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82A2F-C0C6-4F63-B9F9-C8A4D82A6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2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7762-9AB2-BBF0-8BD6-90F18ADA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10D45-8792-49E7-EBDE-9B77DB286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F9C9E-116F-F17D-5C27-A2A90655B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Microsoft 365 content library
Many organizations struggle with fragmented communication across teams and platforms. This results in delays, misunderstandings, and decreased productivity. The </a:t>
            </a:r>
            <a:r>
              <a:rPr lang="en-US" dirty="0" err="1"/>
              <a:t>Convobridge</a:t>
            </a:r>
            <a:r>
              <a:rPr lang="en-US" dirty="0"/>
              <a:t> project aims to address these challenges by providing a unified solution to streamline and enhance internal collaboration.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7F363-FEA7-2DCD-281A-1EF604E77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D15FB-39CE-45D2-81DE-B6F0406F95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96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Microsoft 365 content library
Many organizations struggle with fragmented communication across teams and platforms. This results in delays, misunderstandings, and decreased productivity. The </a:t>
            </a:r>
            <a:r>
              <a:rPr lang="en-US" dirty="0" err="1"/>
              <a:t>Convobridge</a:t>
            </a:r>
            <a:r>
              <a:rPr lang="en-US" dirty="0"/>
              <a:t> project aims to address these challenges by providing a unified solution to streamline and enhance internal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D15FB-39CE-45D2-81DE-B6F0406F95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50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8412-124E-EEDB-7342-90D9CC3F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B0351-CB35-6758-BCBD-AD43C92A4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1B16F-4C68-ED7A-FFF4-CC35CEACA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Microsoft 365 content library
Many organizations struggle with fragmented communication across teams and platforms. This results in delays, misunderstandings, and decreased productivity. The </a:t>
            </a:r>
            <a:r>
              <a:rPr lang="en-US" dirty="0" err="1"/>
              <a:t>Convobridge</a:t>
            </a:r>
            <a:r>
              <a:rPr lang="en-US" dirty="0"/>
              <a:t> project aims to address these challenges by providing a unified solution to streamline and enhance internal collaboration.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5FB71-AEFD-6510-1232-AA431DED9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D15FB-39CE-45D2-81DE-B6F0406F95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16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Orchestrator reasons, makes decisions and delegates to sub-agents</a:t>
            </a:r>
          </a:p>
          <a:p>
            <a:r>
              <a:rPr lang="en-US" dirty="0"/>
              <a:t>It does things like topic analysis , deciding the conversation dimension for next turn and adjusting the sentence </a:t>
            </a:r>
            <a:r>
              <a:rPr lang="en-US"/>
              <a:t>difficulty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482A2F-C0C6-4F63-B9F9-C8A4D82A65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51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2BAAB-0069-FE81-0FAB-1FC6DFA0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AFF8B82-01C0-FF62-370A-DCE3ADDE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3D rendering of game pieces tied together with a rope">
            <a:extLst>
              <a:ext uri="{FF2B5EF4-FFF2-40B4-BE49-F238E27FC236}">
                <a16:creationId xmlns:a16="http://schemas.microsoft.com/office/drawing/2014/main" id="{EE653267-453F-09B2-FEB6-5F549D94DE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339" r="47421"/>
          <a:stretch>
            <a:fillRect/>
          </a:stretch>
        </p:blipFill>
        <p:spPr>
          <a:xfrm>
            <a:off x="92785" y="92766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D33548E1-9F4E-99FA-B9B5-245AD7079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18F3FF6-5C3B-58BA-0051-4291D3E2BDF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490722" y="1437861"/>
            <a:ext cx="5104788" cy="5187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Imagine you’re  15 years old, autistic, and someone asks you, 'What did you do this weekend?’</a:t>
            </a:r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A simple question that isn’t simple at all for autistic youth because they might struggle with: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Finding the right words</a:t>
            </a:r>
          </a:p>
          <a:p>
            <a:pPr marL="0" indent="0">
              <a:buNone/>
            </a:pPr>
            <a:r>
              <a:rPr lang="en-US" sz="1600" dirty="0"/>
              <a:t>Knowing what to say</a:t>
            </a:r>
          </a:p>
          <a:p>
            <a:pPr marL="0" indent="0">
              <a:buNone/>
            </a:pPr>
            <a:r>
              <a:rPr lang="en-US" sz="1600" dirty="0"/>
              <a:t>Managing speech clarity under pressure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That's the problem ConvoBridge solves.</a:t>
            </a:r>
            <a:r>
              <a:rPr lang="en-US" sz="16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940682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5561E-99BB-5121-0031-DF2256175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476" y="-684769"/>
            <a:ext cx="5170932" cy="24272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300" b="1" dirty="0">
                <a:solidFill>
                  <a:schemeClr val="accent6">
                    <a:lumMod val="75000"/>
                  </a:schemeClr>
                </a:solidFill>
              </a:rPr>
              <a:t>ConvoBridge </a:t>
            </a:r>
            <a:br>
              <a:rPr lang="en-US" sz="4300" b="1" dirty="0"/>
            </a:br>
            <a:endParaRPr lang="en-US" sz="4300" b="1" dirty="0"/>
          </a:p>
        </p:txBody>
      </p:sp>
      <p:pic>
        <p:nvPicPr>
          <p:cNvPr id="5" name="Content Placeholder 4" descr="3D rendering of game pieces tied together with a rope">
            <a:extLst>
              <a:ext uri="{FF2B5EF4-FFF2-40B4-BE49-F238E27FC236}">
                <a16:creationId xmlns:a16="http://schemas.microsoft.com/office/drawing/2014/main" id="{6C144059-0FBB-4F2D-B140-58018ACB79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339" r="47421"/>
          <a:stretch>
            <a:fillRect/>
          </a:stretch>
        </p:blipFill>
        <p:spPr>
          <a:xfrm>
            <a:off x="92785" y="92766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322A653-68CE-E61D-8750-EEBD4D40685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854077" y="4415699"/>
            <a:ext cx="5104788" cy="33520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1800" dirty="0">
                <a:solidFill>
                  <a:schemeClr val="tx2"/>
                </a:solidFill>
              </a:rPr>
              <a:t>By </a:t>
            </a:r>
            <a:r>
              <a:rPr lang="en-US" sz="1800" b="1" dirty="0">
                <a:solidFill>
                  <a:schemeClr val="tx2"/>
                </a:solidFill>
              </a:rPr>
              <a:t>Madhavi Nithianandam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E1F741-6B1E-1A10-45D7-0F954E0E8C73}"/>
              </a:ext>
            </a:extLst>
          </p:cNvPr>
          <p:cNvSpPr txBox="1">
            <a:spLocks/>
          </p:cNvSpPr>
          <p:nvPr/>
        </p:nvSpPr>
        <p:spPr>
          <a:xfrm>
            <a:off x="3383974" y="1086399"/>
            <a:ext cx="5255713" cy="15469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2800" b="1" dirty="0"/>
              <a:t>AI-Powered Conversation Practice System for Autistic Youth</a:t>
            </a:r>
            <a:br>
              <a:rPr lang="en-US" sz="3200" dirty="0"/>
            </a:br>
            <a:endParaRPr lang="en-US" sz="3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2C23B3-9A61-FC64-FB04-181070A3E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469" y="2852584"/>
            <a:ext cx="2935217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480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4350B-3C04-D105-075B-278C93C64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EDA2EAA-6143-3EFD-A6BF-F149913F0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3D rendering of game pieces tied together with a rope">
            <a:extLst>
              <a:ext uri="{FF2B5EF4-FFF2-40B4-BE49-F238E27FC236}">
                <a16:creationId xmlns:a16="http://schemas.microsoft.com/office/drawing/2014/main" id="{B38F6345-D4F5-86FB-F3CB-762C49DBBD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339" r="47421"/>
          <a:stretch>
            <a:fillRect/>
          </a:stretch>
        </p:blipFill>
        <p:spPr>
          <a:xfrm>
            <a:off x="92785" y="92766"/>
            <a:ext cx="3039386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1ABCE33B-61BB-1F5D-A1EE-9754616FD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3BFE5DA-81F7-1F10-E4F7-58D8128EFB5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459436" y="2717970"/>
            <a:ext cx="5682277" cy="3688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ConvoBridge is a safe space where teens practice real conversations –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200" dirty="0"/>
              <a:t>choosing topics, </a:t>
            </a:r>
          </a:p>
          <a:p>
            <a:r>
              <a:rPr lang="en-US" sz="2200" dirty="0"/>
              <a:t>learning responses, and </a:t>
            </a:r>
          </a:p>
          <a:p>
            <a:r>
              <a:rPr lang="en-US" sz="2200" dirty="0"/>
              <a:t>building vocabulary.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dirty="0"/>
              <a:t>All Powered by LLMs and multi-agent orchestration.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A04885-0FFA-8F93-9C00-59AF93AB14FF}"/>
              </a:ext>
            </a:extLst>
          </p:cNvPr>
          <p:cNvSpPr txBox="1">
            <a:spLocks/>
          </p:cNvSpPr>
          <p:nvPr/>
        </p:nvSpPr>
        <p:spPr>
          <a:xfrm>
            <a:off x="3393292" y="1928900"/>
            <a:ext cx="5170932" cy="3543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4300" b="1" dirty="0"/>
              <a:t>The Solution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91FD7AE-E274-884A-0F25-F544023B9088}"/>
              </a:ext>
            </a:extLst>
          </p:cNvPr>
          <p:cNvSpPr txBox="1">
            <a:spLocks/>
          </p:cNvSpPr>
          <p:nvPr/>
        </p:nvSpPr>
        <p:spPr>
          <a:xfrm>
            <a:off x="3393292" y="198784"/>
            <a:ext cx="5068221" cy="154387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4300" b="1" dirty="0">
                <a:solidFill>
                  <a:schemeClr val="accent6">
                    <a:lumMod val="75000"/>
                  </a:schemeClr>
                </a:solidFill>
              </a:rPr>
              <a:t>ConvoBridge </a:t>
            </a:r>
            <a:br>
              <a:rPr lang="en-US" sz="4300" b="1" dirty="0"/>
            </a:br>
            <a:br>
              <a:rPr lang="en-US" sz="2200" dirty="0"/>
            </a:br>
            <a:endParaRPr lang="en-US" sz="4300" b="1" dirty="0"/>
          </a:p>
        </p:txBody>
      </p:sp>
    </p:spTree>
    <p:extLst>
      <p:ext uri="{BB962C8B-B14F-4D97-AF65-F5344CB8AC3E}">
        <p14:creationId xmlns:p14="http://schemas.microsoft.com/office/powerpoint/2010/main" val="67426661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5BF179-419B-8109-9FE6-3397033447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677" y="64032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4300" b="1" dirty="0">
                <a:solidFill>
                  <a:schemeClr val="accent6">
                    <a:lumMod val="75000"/>
                  </a:schemeClr>
                </a:solidFill>
              </a:rPr>
              <a:t>ConvoBridge </a:t>
            </a:r>
            <a:br>
              <a:rPr lang="en-US" sz="4300" b="1" dirty="0"/>
            </a:br>
            <a:r>
              <a:rPr lang="en-US" sz="2000" b="1" dirty="0"/>
              <a:t>Multi-agent architecture</a:t>
            </a:r>
            <a:br>
              <a:rPr lang="en-US" sz="2000" b="1" dirty="0"/>
            </a:br>
            <a:br>
              <a:rPr lang="en-US" sz="2200" dirty="0"/>
            </a:br>
            <a:endParaRPr lang="en-US" sz="43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440402-8B88-7683-2096-2BD00F3D2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6011"/>
            <a:ext cx="9144000" cy="54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291</Words>
  <Application>Microsoft Office PowerPoint</Application>
  <PresentationFormat>On-screen Show (4:3)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ConvoBridge  </vt:lpstr>
      <vt:lpstr>PowerPoint Presentation</vt:lpstr>
      <vt:lpstr>ConvoBridge  Multi-agent architecture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Madhavi Nithianandam</dc:creator>
  <cp:keywords/>
  <dc:description>generated using python-pptx</dc:description>
  <cp:lastModifiedBy>Madhavi Nithianandam</cp:lastModifiedBy>
  <cp:revision>4</cp:revision>
  <dcterms:created xsi:type="dcterms:W3CDTF">2013-01-27T09:14:16Z</dcterms:created>
  <dcterms:modified xsi:type="dcterms:W3CDTF">2026-02-19T01:40:59Z</dcterms:modified>
  <cp:category/>
</cp:coreProperties>
</file>